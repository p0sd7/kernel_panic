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oboto Mono Bold" charset="1" panose="00000000000000000000"/>
      <p:regular r:id="rId11"/>
    </p:embeddedFont>
    <p:embeddedFont>
      <p:font typeface="Anca Coder Bold" charset="1" panose="020B0809020502020204"/>
      <p:regular r:id="rId12"/>
    </p:embeddedFont>
    <p:embeddedFont>
      <p:font typeface="Anca Coder" charset="1" panose="020B05090205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738184" y="-5638509"/>
            <a:ext cx="17012157" cy="17259226"/>
          </a:xfrm>
          <a:custGeom>
            <a:avLst/>
            <a:gdLst/>
            <a:ahLst/>
            <a:cxnLst/>
            <a:rect r="r" b="b" t="t" l="l"/>
            <a:pathLst>
              <a:path h="17259226" w="17012157">
                <a:moveTo>
                  <a:pt x="0" y="0"/>
                </a:moveTo>
                <a:lnTo>
                  <a:pt x="17012157" y="0"/>
                </a:lnTo>
                <a:lnTo>
                  <a:pt x="17012157" y="17259226"/>
                </a:lnTo>
                <a:lnTo>
                  <a:pt x="0" y="17259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9" t="-430" r="0" b="-43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4407" y="3299237"/>
            <a:ext cx="12726510" cy="3860460"/>
            <a:chOff x="0" y="0"/>
            <a:chExt cx="16968680" cy="51472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258165"/>
              <a:ext cx="16968680" cy="1296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87"/>
                </a:lnSpc>
              </a:pPr>
              <a:r>
                <a:rPr lang="en-US" sz="9575" spc="-737" b="true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KERNEL_PANIC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32080"/>
              <a:ext cx="16968680" cy="601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23075"/>
              <a:ext cx="1696868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Полысалов Д.А.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89845" y="-4273439"/>
            <a:ext cx="13830696" cy="10604278"/>
          </a:xfrm>
          <a:custGeom>
            <a:avLst/>
            <a:gdLst/>
            <a:ahLst/>
            <a:cxnLst/>
            <a:rect r="r" b="b" t="t" l="l"/>
            <a:pathLst>
              <a:path h="10604278" w="13830696">
                <a:moveTo>
                  <a:pt x="0" y="0"/>
                </a:moveTo>
                <a:lnTo>
                  <a:pt x="13830696" y="0"/>
                </a:lnTo>
                <a:lnTo>
                  <a:pt x="13830696" y="10604278"/>
                </a:lnTo>
                <a:lnTo>
                  <a:pt x="0" y="106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706" r="0" b="-42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06628" y="3852111"/>
            <a:ext cx="12674744" cy="2582779"/>
            <a:chOff x="0" y="0"/>
            <a:chExt cx="16899658" cy="344370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6899658" cy="266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49"/>
                </a:lnSpc>
              </a:pPr>
              <a:r>
                <a:rPr lang="en-US" b="true" sz="6624" spc="-423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Dungeon Crawler</a:t>
              </a:r>
            </a:p>
            <a:p>
              <a:pPr algn="ctr">
                <a:lnSpc>
                  <a:spcPts val="7949"/>
                </a:lnSpc>
              </a:pPr>
              <a:r>
                <a:rPr lang="en-US" b="true" sz="6624" spc="-423">
                  <a:solidFill>
                    <a:srgbClr val="000000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rogue-like RPG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18560"/>
              <a:ext cx="16899658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В сеттинге Dark Techno-Fantasy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83017" y="-4761724"/>
            <a:ext cx="12190366" cy="11580848"/>
          </a:xfrm>
          <a:custGeom>
            <a:avLst/>
            <a:gdLst/>
            <a:ahLst/>
            <a:cxnLst/>
            <a:rect r="r" b="b" t="t" l="l"/>
            <a:pathLst>
              <a:path h="11580848" w="12190366">
                <a:moveTo>
                  <a:pt x="0" y="0"/>
                </a:moveTo>
                <a:lnTo>
                  <a:pt x="12190366" y="0"/>
                </a:lnTo>
                <a:lnTo>
                  <a:pt x="12190366" y="11580848"/>
                </a:lnTo>
                <a:lnTo>
                  <a:pt x="0" y="1158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58873" y="7123883"/>
            <a:ext cx="7019327" cy="2854012"/>
          </a:xfrm>
          <a:custGeom>
            <a:avLst/>
            <a:gdLst/>
            <a:ahLst/>
            <a:cxnLst/>
            <a:rect r="r" b="b" t="t" l="l"/>
            <a:pathLst>
              <a:path h="2854012" w="7019327">
                <a:moveTo>
                  <a:pt x="0" y="0"/>
                </a:moveTo>
                <a:lnTo>
                  <a:pt x="7019327" y="0"/>
                </a:lnTo>
                <a:lnTo>
                  <a:pt x="7019327" y="2854012"/>
                </a:lnTo>
                <a:lnTo>
                  <a:pt x="0" y="2854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988119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KEY PILLARS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13429"/>
            <a:ext cx="5548742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Современный ретро-опыт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39843"/>
            <a:ext cx="6651476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Кроссовер sci-fi и fantasy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66355"/>
            <a:ext cx="6991235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Одиночка в полумертвом мире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92769"/>
            <a:ext cx="6991235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Стирание рассудка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83017" y="-4761724"/>
            <a:ext cx="12190366" cy="11580848"/>
          </a:xfrm>
          <a:custGeom>
            <a:avLst/>
            <a:gdLst/>
            <a:ahLst/>
            <a:cxnLst/>
            <a:rect r="r" b="b" t="t" l="l"/>
            <a:pathLst>
              <a:path h="11580848" w="12190366">
                <a:moveTo>
                  <a:pt x="0" y="0"/>
                </a:moveTo>
                <a:lnTo>
                  <a:pt x="12190366" y="0"/>
                </a:lnTo>
                <a:lnTo>
                  <a:pt x="12190366" y="11580848"/>
                </a:lnTo>
                <a:lnTo>
                  <a:pt x="0" y="1158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17012" y="6791788"/>
            <a:ext cx="6339265" cy="3264406"/>
          </a:xfrm>
          <a:custGeom>
            <a:avLst/>
            <a:gdLst/>
            <a:ahLst/>
            <a:cxnLst/>
            <a:rect r="r" b="b" t="t" l="l"/>
            <a:pathLst>
              <a:path h="3264406" w="6339265">
                <a:moveTo>
                  <a:pt x="0" y="0"/>
                </a:moveTo>
                <a:lnTo>
                  <a:pt x="6339265" y="0"/>
                </a:lnTo>
                <a:lnTo>
                  <a:pt x="6339265" y="3264405"/>
                </a:lnTo>
                <a:lnTo>
                  <a:pt x="0" y="3264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988119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GENERAL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3827" y="2830650"/>
            <a:ext cx="5548742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ASCII-Графика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3827" y="3423680"/>
            <a:ext cx="6651476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8 локаций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827" y="5133370"/>
            <a:ext cx="6991235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Несколько NPC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3827" y="6735202"/>
            <a:ext cx="7602203" cy="53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6"/>
              </a:lnSpc>
              <a:spcBef>
                <a:spcPct val="0"/>
              </a:spcBef>
            </a:pPr>
            <a:r>
              <a:rPr lang="en-US" b="true" sz="309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Мир, открытый для исследования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827" y="3994746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3 босса с уникальными механиками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3827" y="4564058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3 типа случайных врагов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3827" y="5702584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Пошаговая боевая система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3827" y="7332991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“Головоломки”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3827" y="7892778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Реиграбельность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827" y="6271897"/>
            <a:ext cx="8030173" cy="53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Инвентарь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8564" y="5755367"/>
            <a:ext cx="2702757" cy="1449571"/>
            <a:chOff x="0" y="0"/>
            <a:chExt cx="3603676" cy="19327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42772"/>
              <a:ext cx="3603676" cy="1089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1"/>
                </a:lnSpc>
              </a:pPr>
              <a:r>
                <a:rPr lang="en-US" sz="1565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Случайный бой, восстановление HP, решение головоломки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3603676" cy="514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Исследование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3356" y="5755367"/>
            <a:ext cx="2459408" cy="1243509"/>
            <a:chOff x="0" y="0"/>
            <a:chExt cx="3279211" cy="16580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33247"/>
              <a:ext cx="3279211" cy="824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  <a:r>
                <a:rPr lang="en-US" sz="1802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Переход на новую локацию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3279211" cy="514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Локация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14296" y="5755367"/>
            <a:ext cx="2459408" cy="1145005"/>
            <a:chOff x="0" y="0"/>
            <a:chExt cx="3279211" cy="15266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1007"/>
              <a:ext cx="3279211" cy="405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4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3279211" cy="514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Боссфайт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66418" y="5755367"/>
            <a:ext cx="3406554" cy="1195769"/>
            <a:chOff x="0" y="0"/>
            <a:chExt cx="4542072" cy="159435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40457"/>
              <a:ext cx="2855172" cy="1053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505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После боссфайта шкала MEMORY пополняется на n%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4542072" cy="514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Возвращение памяти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63286" y="5755367"/>
            <a:ext cx="2459408" cy="1639714"/>
            <a:chOff x="0" y="0"/>
            <a:chExt cx="3279211" cy="218628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441208"/>
              <a:ext cx="3279211" cy="745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4"/>
                </a:lnSpc>
              </a:pPr>
              <a:r>
                <a:rPr lang="en-US" sz="1624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Получаем новое оружие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3279211" cy="1060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34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Получение скриптов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67925" y="-8764931"/>
            <a:ext cx="18621375" cy="13279088"/>
          </a:xfrm>
          <a:custGeom>
            <a:avLst/>
            <a:gdLst/>
            <a:ahLst/>
            <a:cxnLst/>
            <a:rect r="r" b="b" t="t" l="l"/>
            <a:pathLst>
              <a:path h="13279088" w="18621375">
                <a:moveTo>
                  <a:pt x="0" y="0"/>
                </a:moveTo>
                <a:lnTo>
                  <a:pt x="18621375" y="0"/>
                </a:lnTo>
                <a:lnTo>
                  <a:pt x="18621375" y="13279088"/>
                </a:lnTo>
                <a:lnTo>
                  <a:pt x="0" y="1327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874" r="-1430" b="-18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848872"/>
            <a:ext cx="1151572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GAME LOOP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250745" y="5199897"/>
            <a:ext cx="1372909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5423755">
            <a:off x="1124817" y="5073969"/>
            <a:ext cx="251856" cy="251856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5423755">
            <a:off x="4332716" y="5073969"/>
            <a:ext cx="251856" cy="251856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5423755">
            <a:off x="11267285" y="5073969"/>
            <a:ext cx="251856" cy="251856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5423755">
            <a:off x="14705509" y="5073969"/>
            <a:ext cx="251856" cy="251856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5423755">
            <a:off x="7819913" y="5073969"/>
            <a:ext cx="251856" cy="251856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DAHEHXpXv_E</dc:identifier>
  <dcterms:modified xsi:type="dcterms:W3CDTF">2011-08-01T06:04:30Z</dcterms:modified>
  <cp:revision>1</cp:revision>
  <dc:title>Красный Черный Простой Градиенты Технологии в бизнесе и работе Технологическая Презентация</dc:title>
</cp:coreProperties>
</file>